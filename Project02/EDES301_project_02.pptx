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TlXu9aGaFAhcEdHYjS5gI8q1a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8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9" name="Google Shape;69;p8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8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8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8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8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8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8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8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8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8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8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8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8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5" name="Google Shape;85;p8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8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8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8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8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8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8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8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8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8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8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8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8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8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8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8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03" name="Google Shape;103;p8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8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8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8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8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" name="Google Shape;108;p8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09" name="Google Shape;109;p8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8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8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8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8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4" name="Google Shape;114;p8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8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8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8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8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19" name="Google Shape;119;p8"/>
          <p:cNvSpPr txBox="1"/>
          <p:nvPr>
            <p:ph type="ctrTitle"/>
          </p:nvPr>
        </p:nvSpPr>
        <p:spPr>
          <a:xfrm>
            <a:off x="1293845" y="1909346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rgbClr val="266F8B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1" name="Google Shape;121;p8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" name="Google Shape;125;p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297694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0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30" name="Google Shape;130;p1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1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1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1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1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1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1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1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1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1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1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" name="Google Shape;145;p1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46" name="Google Shape;146;p1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47" name="Google Shape;147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1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2" name="Google Shape;152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3" name="Google Shape;153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5" name="Google Shape;155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6" name="Google Shape;156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7" name="Google Shape;157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8" name="Google Shape;158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63" name="Google Shape;163;p1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64" name="Google Shape;164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10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69" name="Google Shape;169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70" name="Google Shape;170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3" name="Google Shape;173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75" name="Google Shape;175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80" name="Google Shape;180;p10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0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2" name="Google Shape;182;p10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12954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11"/>
          <p:cNvSpPr txBox="1"/>
          <p:nvPr>
            <p:ph idx="2" type="body"/>
          </p:nvPr>
        </p:nvSpPr>
        <p:spPr>
          <a:xfrm>
            <a:off x="63246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1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12954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12"/>
          <p:cNvSpPr txBox="1"/>
          <p:nvPr>
            <p:ph idx="2" type="body"/>
          </p:nvPr>
        </p:nvSpPr>
        <p:spPr>
          <a:xfrm>
            <a:off x="12954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4" name="Google Shape;194;p12"/>
          <p:cNvSpPr txBox="1"/>
          <p:nvPr>
            <p:ph idx="3" type="body"/>
          </p:nvPr>
        </p:nvSpPr>
        <p:spPr>
          <a:xfrm>
            <a:off x="63246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12"/>
          <p:cNvSpPr txBox="1"/>
          <p:nvPr>
            <p:ph idx="4" type="body"/>
          </p:nvPr>
        </p:nvSpPr>
        <p:spPr>
          <a:xfrm>
            <a:off x="63246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p1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3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3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4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06" name="Google Shape;206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22" name="Google Shape;222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23" name="Google Shape;223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4" name="Google Shape;224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" name="Google Shape;227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28" name="Google Shape;228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29" name="Google Shape;229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1" name="Google Shape;231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2" name="Google Shape;232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3" name="Google Shape;233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4" name="Google Shape;234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39" name="Google Shape;239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0" name="Google Shape;240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2" name="Google Shape;242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5" name="Google Shape;245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6" name="Google Shape;246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1" name="Google Shape;251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56" name="Google Shape;256;p14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5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61" name="Google Shape;261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78" name="Google Shape;278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83" name="Google Shape;283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4" name="Google Shape;284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9" name="Google Shape;289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94" name="Google Shape;294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95" name="Google Shape;295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0" name="Google Shape;300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01" name="Google Shape;301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2" name="Google Shape;302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06" name="Google Shape;306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11" name="Google Shape;311;p15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 txBox="1"/>
          <p:nvPr>
            <p:ph type="title"/>
          </p:nvPr>
        </p:nvSpPr>
        <p:spPr>
          <a:xfrm>
            <a:off x="7913152" y="571500"/>
            <a:ext cx="365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" type="body"/>
          </p:nvPr>
        </p:nvSpPr>
        <p:spPr>
          <a:xfrm>
            <a:off x="543197" y="571500"/>
            <a:ext cx="621792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15"/>
          <p:cNvSpPr txBox="1"/>
          <p:nvPr>
            <p:ph idx="2" type="body"/>
          </p:nvPr>
        </p:nvSpPr>
        <p:spPr>
          <a:xfrm>
            <a:off x="7913152" y="2995012"/>
            <a:ext cx="3657600" cy="22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315" name="Google Shape;315;p15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15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6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321" name="Google Shape;321;p16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16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16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16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16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16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16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16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16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16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16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16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37" name="Google Shape;337;p16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38" name="Google Shape;338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6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3" name="Google Shape;343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4" name="Google Shape;344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9" name="Google Shape;349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54" name="Google Shape;354;p16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55" name="Google Shape;355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6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1" name="Google Shape;361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6" name="Google Shape;366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71" name="Google Shape;371;p1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6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16"/>
          <p:cNvSpPr txBox="1"/>
          <p:nvPr>
            <p:ph type="title"/>
          </p:nvPr>
        </p:nvSpPr>
        <p:spPr>
          <a:xfrm>
            <a:off x="7909560" y="576072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374" name="Google Shape;374;p16"/>
          <p:cNvSpPr/>
          <p:nvPr>
            <p:ph idx="2" type="pic"/>
          </p:nvPr>
        </p:nvSpPr>
        <p:spPr>
          <a:xfrm>
            <a:off x="4412" y="-159"/>
            <a:ext cx="7315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16"/>
          <p:cNvSpPr txBox="1"/>
          <p:nvPr>
            <p:ph idx="1" type="body"/>
          </p:nvPr>
        </p:nvSpPr>
        <p:spPr>
          <a:xfrm>
            <a:off x="7909560" y="2999232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17"/>
          <p:cNvSpPr txBox="1"/>
          <p:nvPr>
            <p:ph idx="1" type="body"/>
          </p:nvPr>
        </p:nvSpPr>
        <p:spPr>
          <a:xfrm rot="5400000">
            <a:off x="4191001" y="-914400"/>
            <a:ext cx="3809999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9" name="Google Shape;379;p1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1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1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"/>
          <p:cNvSpPr txBox="1"/>
          <p:nvPr>
            <p:ph type="title"/>
          </p:nvPr>
        </p:nvSpPr>
        <p:spPr>
          <a:xfrm rot="5400000">
            <a:off x="7402286" y="2296885"/>
            <a:ext cx="5301343" cy="1687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8"/>
          <p:cNvSpPr txBox="1"/>
          <p:nvPr>
            <p:ph idx="1" type="body"/>
          </p:nvPr>
        </p:nvSpPr>
        <p:spPr>
          <a:xfrm rot="5400000">
            <a:off x="2438400" y="-653144"/>
            <a:ext cx="5301343" cy="758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1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18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5098"/>
              </a:srgbClr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1" name="Google Shape;11;p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" name="Google Shape;18;p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" name="Google Shape;27;p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8" name="Google Shape;28;p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" name="Google Shape;33;p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" name="Google Shape;34;p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4" name="Google Shape;44;p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5" name="Google Shape;45;p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" name="Google Shape;50;p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Google Shape;51;p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" name="Google Shape;56;p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61" name="Google Shape;61;p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266F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266F8B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66F8B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6F8B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266F8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"/>
          <p:cNvSpPr txBox="1"/>
          <p:nvPr>
            <p:ph type="ctrTitle"/>
          </p:nvPr>
        </p:nvSpPr>
        <p:spPr>
          <a:xfrm>
            <a:off x="1293844" y="1909346"/>
            <a:ext cx="9907555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EDES 301</a:t>
            </a:r>
            <a:br>
              <a:rPr lang="en-US" sz="6000"/>
            </a:br>
            <a:br>
              <a:rPr lang="en-US"/>
            </a:br>
            <a:r>
              <a:rPr lang="en-US" sz="6000"/>
              <a:t>PCB Project</a:t>
            </a:r>
            <a:endParaRPr/>
          </a:p>
        </p:txBody>
      </p:sp>
      <p:sp>
        <p:nvSpPr>
          <p:cNvPr id="393" name="Google Shape;393;p1"/>
          <p:cNvSpPr txBox="1"/>
          <p:nvPr>
            <p:ph idx="1" type="subTitle"/>
          </p:nvPr>
        </p:nvSpPr>
        <p:spPr>
          <a:xfrm>
            <a:off x="1293845" y="5432564"/>
            <a:ext cx="9604310" cy="1120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&lt;Jessica Shi&gt;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Due 05/05/2026 @ 11:59pm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Project Options</a:t>
            </a:r>
            <a:endParaRPr/>
          </a:p>
        </p:txBody>
      </p:sp>
      <p:sp>
        <p:nvSpPr>
          <p:cNvPr id="399" name="Google Shape;399;p2"/>
          <p:cNvSpPr txBox="1"/>
          <p:nvPr>
            <p:ph idx="1" type="body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Can choose one of two options:</a:t>
            </a:r>
            <a:endParaRPr/>
          </a:p>
          <a:p>
            <a:pPr indent="-342900" lvl="1" marL="61722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/>
              <a:t>Create a PCB based on your Project #1</a:t>
            </a:r>
            <a:endParaRPr/>
          </a:p>
          <a:p>
            <a:pPr indent="-342900" lvl="1" marL="61722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/>
              <a:t>Create a PCB based on an example project</a:t>
            </a:r>
            <a:endParaRPr/>
          </a:p>
          <a:p>
            <a:pPr indent="-685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See Project #2 assignment for specific details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If choosing Option 1</a:t>
            </a:r>
            <a:endParaRPr/>
          </a:p>
          <a:p>
            <a:pPr indent="-179388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Replace Background Information and System Block Diagram slides with your slides from the Project #1 proposal</a:t>
            </a:r>
            <a:endParaRPr/>
          </a:p>
          <a:p>
            <a:pPr indent="-179388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Create a Mechanical Drawing 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If choosing Option 2</a:t>
            </a:r>
            <a:endParaRPr/>
          </a:p>
          <a:p>
            <a:pPr indent="-179388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Used provided Background Information and System Block Diagram slides</a:t>
            </a:r>
            <a:endParaRPr/>
          </a:p>
          <a:p>
            <a:pPr indent="-179388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Create a Mechanical Drawing</a:t>
            </a:r>
            <a:endParaRPr/>
          </a:p>
        </p:txBody>
      </p:sp>
      <p:sp>
        <p:nvSpPr>
          <p:cNvPr id="400" name="Google Shape;400;p2"/>
          <p:cNvSpPr txBox="1"/>
          <p:nvPr/>
        </p:nvSpPr>
        <p:spPr>
          <a:xfrm>
            <a:off x="2880719" y="6286500"/>
            <a:ext cx="66351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this slide in your submission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Background Information</a:t>
            </a:r>
            <a:endParaRPr/>
          </a:p>
        </p:txBody>
      </p:sp>
      <p:sp>
        <p:nvSpPr>
          <p:cNvPr id="406" name="Google Shape;406;p3"/>
          <p:cNvSpPr txBox="1"/>
          <p:nvPr>
            <p:ph idx="1" type="body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Create a PCB for an “Etch-a-Sketch”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Hardware: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SPI Display Screen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Two Potentiometers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Two Buttons (Reset the Game, Change Color)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Three LEDs (Red, Green, and Blue for Color)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USB Port (Expansion)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Image of Etch A Sketch - Classic - Red" id="407" name="Google Shape;4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5300" y="-190500"/>
            <a:ext cx="3867150" cy="4003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ch A Sketch Freestyle, Drawing Tablet with 2-in-1 Stylus Pen and Paintbrush, Magic Screen, Kids Toys for Ages 3 and up" id="408" name="Google Shape;4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800" y="2763597"/>
            <a:ext cx="2925600" cy="32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"/>
          <p:cNvSpPr txBox="1"/>
          <p:nvPr/>
        </p:nvSpPr>
        <p:spPr>
          <a:xfrm>
            <a:off x="1771453" y="6286500"/>
            <a:ext cx="8853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Replace this slide with your own if you are doing a PCB around your Project #1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System Block Diagram – “Etch-a-Sketch”</a:t>
            </a:r>
            <a:endParaRPr/>
          </a:p>
        </p:txBody>
      </p:sp>
      <p:sp>
        <p:nvSpPr>
          <p:cNvPr id="415" name="Google Shape;415;p4"/>
          <p:cNvSpPr/>
          <p:nvPr/>
        </p:nvSpPr>
        <p:spPr>
          <a:xfrm>
            <a:off x="609600" y="1295400"/>
            <a:ext cx="10972800" cy="45720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"/>
          <p:cNvSpPr/>
          <p:nvPr/>
        </p:nvSpPr>
        <p:spPr>
          <a:xfrm>
            <a:off x="5181600" y="1524000"/>
            <a:ext cx="1828800" cy="4114801"/>
          </a:xfrm>
          <a:prstGeom prst="roundRect">
            <a:avLst>
              <a:gd fmla="val 16667" name="adj"/>
            </a:avLst>
          </a:prstGeom>
          <a:solidFill>
            <a:srgbClr val="B1C5D7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"/>
          <p:cNvSpPr txBox="1"/>
          <p:nvPr/>
        </p:nvSpPr>
        <p:spPr>
          <a:xfrm>
            <a:off x="5240282" y="1524000"/>
            <a:ext cx="16979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PocketBeagle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p4"/>
          <p:cNvCxnSpPr/>
          <p:nvPr/>
        </p:nvCxnSpPr>
        <p:spPr>
          <a:xfrm>
            <a:off x="1409700" y="34290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9" name="Google Shape;419;p4"/>
          <p:cNvCxnSpPr/>
          <p:nvPr/>
        </p:nvCxnSpPr>
        <p:spPr>
          <a:xfrm rot="10800000">
            <a:off x="1524000" y="3543300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0" name="Google Shape;420;p4"/>
          <p:cNvCxnSpPr/>
          <p:nvPr/>
        </p:nvCxnSpPr>
        <p:spPr>
          <a:xfrm flipH="1" rot="10800000">
            <a:off x="1485900" y="35814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1" name="Google Shape;421;p4"/>
          <p:cNvCxnSpPr/>
          <p:nvPr/>
        </p:nvCxnSpPr>
        <p:spPr>
          <a:xfrm>
            <a:off x="1485900" y="36195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2" name="Google Shape;422;p4"/>
          <p:cNvCxnSpPr/>
          <p:nvPr/>
        </p:nvCxnSpPr>
        <p:spPr>
          <a:xfrm flipH="1" rot="10800000">
            <a:off x="1485900" y="36576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3" name="Google Shape;423;p4"/>
          <p:cNvCxnSpPr/>
          <p:nvPr/>
        </p:nvCxnSpPr>
        <p:spPr>
          <a:xfrm rot="10800000">
            <a:off x="1485900" y="3695700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4" name="Google Shape;424;p4"/>
          <p:cNvCxnSpPr/>
          <p:nvPr/>
        </p:nvCxnSpPr>
        <p:spPr>
          <a:xfrm rot="10800000">
            <a:off x="1524000" y="3429000"/>
            <a:ext cx="0" cy="114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5" name="Google Shape;425;p4"/>
          <p:cNvSpPr txBox="1"/>
          <p:nvPr/>
        </p:nvSpPr>
        <p:spPr>
          <a:xfrm>
            <a:off x="1257300" y="3124200"/>
            <a:ext cx="5533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1.8V</a:t>
            </a:r>
            <a:endParaRPr/>
          </a:p>
        </p:txBody>
      </p:sp>
      <p:sp>
        <p:nvSpPr>
          <p:cNvPr id="426" name="Google Shape;426;p4"/>
          <p:cNvSpPr txBox="1"/>
          <p:nvPr/>
        </p:nvSpPr>
        <p:spPr>
          <a:xfrm>
            <a:off x="5219700" y="3581400"/>
            <a:ext cx="4844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AIN</a:t>
            </a:r>
            <a:endParaRPr/>
          </a:p>
        </p:txBody>
      </p:sp>
      <p:cxnSp>
        <p:nvCxnSpPr>
          <p:cNvPr id="427" name="Google Shape;427;p4"/>
          <p:cNvCxnSpPr/>
          <p:nvPr/>
        </p:nvCxnSpPr>
        <p:spPr>
          <a:xfrm>
            <a:off x="1447800" y="4186654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p4"/>
          <p:cNvCxnSpPr/>
          <p:nvPr/>
        </p:nvCxnSpPr>
        <p:spPr>
          <a:xfrm>
            <a:off x="1485900" y="4224754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9" name="Google Shape;429;p4"/>
          <p:cNvCxnSpPr/>
          <p:nvPr/>
        </p:nvCxnSpPr>
        <p:spPr>
          <a:xfrm rot="10800000">
            <a:off x="1524000" y="4262854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0" name="Google Shape;430;p4"/>
          <p:cNvCxnSpPr/>
          <p:nvPr/>
        </p:nvCxnSpPr>
        <p:spPr>
          <a:xfrm rot="10800000">
            <a:off x="1562100" y="3886200"/>
            <a:ext cx="0" cy="30045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1" name="Google Shape;431;p4"/>
          <p:cNvCxnSpPr/>
          <p:nvPr/>
        </p:nvCxnSpPr>
        <p:spPr>
          <a:xfrm rot="10800000">
            <a:off x="1676400" y="3695700"/>
            <a:ext cx="3505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2" name="Google Shape;432;p4"/>
          <p:cNvSpPr txBox="1"/>
          <p:nvPr/>
        </p:nvSpPr>
        <p:spPr>
          <a:xfrm>
            <a:off x="1676400" y="3162300"/>
            <a:ext cx="14622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Potentiometer</a:t>
            </a:r>
            <a:endParaRPr/>
          </a:p>
        </p:txBody>
      </p:sp>
      <p:sp>
        <p:nvSpPr>
          <p:cNvPr id="433" name="Google Shape;433;p4"/>
          <p:cNvSpPr/>
          <p:nvPr/>
        </p:nvSpPr>
        <p:spPr>
          <a:xfrm>
            <a:off x="1066800" y="1793677"/>
            <a:ext cx="2286000" cy="914400"/>
          </a:xfrm>
          <a:prstGeom prst="roundRect">
            <a:avLst>
              <a:gd fmla="val 16667" name="adj"/>
            </a:avLst>
          </a:prstGeom>
          <a:solidFill>
            <a:srgbClr val="B1C5D7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USB Host</a:t>
            </a:r>
            <a:endParaRPr/>
          </a:p>
        </p:txBody>
      </p:sp>
      <p:sp>
        <p:nvSpPr>
          <p:cNvPr id="434" name="Google Shape;434;p4"/>
          <p:cNvSpPr txBox="1"/>
          <p:nvPr/>
        </p:nvSpPr>
        <p:spPr>
          <a:xfrm>
            <a:off x="3924300" y="1946077"/>
            <a:ext cx="55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USB</a:t>
            </a:r>
            <a:endParaRPr/>
          </a:p>
        </p:txBody>
      </p:sp>
      <p:cxnSp>
        <p:nvCxnSpPr>
          <p:cNvPr id="435" name="Google Shape;435;p4"/>
          <p:cNvCxnSpPr/>
          <p:nvPr/>
        </p:nvCxnSpPr>
        <p:spPr>
          <a:xfrm>
            <a:off x="1409700" y="28194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4"/>
          <p:cNvCxnSpPr/>
          <p:nvPr/>
        </p:nvCxnSpPr>
        <p:spPr>
          <a:xfrm>
            <a:off x="1447800" y="2857500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7" name="Google Shape;437;p4"/>
          <p:cNvCxnSpPr/>
          <p:nvPr/>
        </p:nvCxnSpPr>
        <p:spPr>
          <a:xfrm rot="10800000">
            <a:off x="1485900" y="2895600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8" name="Google Shape;438;p4"/>
          <p:cNvCxnSpPr/>
          <p:nvPr/>
        </p:nvCxnSpPr>
        <p:spPr>
          <a:xfrm rot="10800000">
            <a:off x="1524000" y="2708077"/>
            <a:ext cx="0" cy="11132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9" name="Google Shape;439;p4"/>
          <p:cNvSpPr txBox="1"/>
          <p:nvPr/>
        </p:nvSpPr>
        <p:spPr>
          <a:xfrm>
            <a:off x="1219200" y="2403277"/>
            <a:ext cx="6399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GND</a:t>
            </a:r>
            <a:endParaRPr/>
          </a:p>
        </p:txBody>
      </p:sp>
      <p:sp>
        <p:nvSpPr>
          <p:cNvPr id="440" name="Google Shape;440;p4"/>
          <p:cNvSpPr txBox="1"/>
          <p:nvPr/>
        </p:nvSpPr>
        <p:spPr>
          <a:xfrm>
            <a:off x="1219200" y="1793677"/>
            <a:ext cx="6158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VCC</a:t>
            </a:r>
            <a:endParaRPr/>
          </a:p>
        </p:txBody>
      </p:sp>
      <p:cxnSp>
        <p:nvCxnSpPr>
          <p:cNvPr id="441" name="Google Shape;441;p4"/>
          <p:cNvCxnSpPr/>
          <p:nvPr/>
        </p:nvCxnSpPr>
        <p:spPr>
          <a:xfrm>
            <a:off x="1409700" y="1641277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2" name="Google Shape;442;p4"/>
          <p:cNvCxnSpPr/>
          <p:nvPr/>
        </p:nvCxnSpPr>
        <p:spPr>
          <a:xfrm rot="10800000">
            <a:off x="1524000" y="1641277"/>
            <a:ext cx="0" cy="152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3" name="Google Shape;443;p4"/>
          <p:cNvSpPr txBox="1"/>
          <p:nvPr/>
        </p:nvSpPr>
        <p:spPr>
          <a:xfrm>
            <a:off x="1333500" y="1333500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5V</a:t>
            </a:r>
            <a:endParaRPr/>
          </a:p>
        </p:txBody>
      </p:sp>
      <p:cxnSp>
        <p:nvCxnSpPr>
          <p:cNvPr id="444" name="Google Shape;444;p4"/>
          <p:cNvCxnSpPr/>
          <p:nvPr/>
        </p:nvCxnSpPr>
        <p:spPr>
          <a:xfrm rot="10800000">
            <a:off x="3352800" y="2247900"/>
            <a:ext cx="1828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5" name="Google Shape;445;p4"/>
          <p:cNvCxnSpPr/>
          <p:nvPr/>
        </p:nvCxnSpPr>
        <p:spPr>
          <a:xfrm rot="10800000">
            <a:off x="1524000" y="3695700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4"/>
          <p:cNvCxnSpPr/>
          <p:nvPr/>
        </p:nvCxnSpPr>
        <p:spPr>
          <a:xfrm flipH="1" rot="10800000">
            <a:off x="1485900" y="37338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4"/>
          <p:cNvCxnSpPr/>
          <p:nvPr/>
        </p:nvCxnSpPr>
        <p:spPr>
          <a:xfrm>
            <a:off x="1485900" y="37719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4"/>
          <p:cNvCxnSpPr/>
          <p:nvPr/>
        </p:nvCxnSpPr>
        <p:spPr>
          <a:xfrm flipH="1" rot="10800000">
            <a:off x="1485900" y="38100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" name="Google Shape;449;p4"/>
          <p:cNvCxnSpPr/>
          <p:nvPr/>
        </p:nvCxnSpPr>
        <p:spPr>
          <a:xfrm rot="10800000">
            <a:off x="1485900" y="3848100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4"/>
          <p:cNvCxnSpPr/>
          <p:nvPr/>
        </p:nvCxnSpPr>
        <p:spPr>
          <a:xfrm flipH="1">
            <a:off x="1638300" y="36576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4"/>
          <p:cNvCxnSpPr/>
          <p:nvPr/>
        </p:nvCxnSpPr>
        <p:spPr>
          <a:xfrm rot="10800000">
            <a:off x="1638300" y="36957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2" name="Google Shape;452;p4"/>
          <p:cNvSpPr txBox="1"/>
          <p:nvPr/>
        </p:nvSpPr>
        <p:spPr>
          <a:xfrm>
            <a:off x="1600200" y="2781300"/>
            <a:ext cx="12954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GND</a:t>
            </a:r>
            <a:endParaRPr/>
          </a:p>
        </p:txBody>
      </p:sp>
      <p:sp>
        <p:nvSpPr>
          <p:cNvPr id="453" name="Google Shape;453;p4"/>
          <p:cNvSpPr txBox="1"/>
          <p:nvPr/>
        </p:nvSpPr>
        <p:spPr>
          <a:xfrm>
            <a:off x="723900" y="3886200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AGND</a:t>
            </a:r>
            <a:endParaRPr/>
          </a:p>
        </p:txBody>
      </p:sp>
      <p:cxnSp>
        <p:nvCxnSpPr>
          <p:cNvPr id="454" name="Google Shape;454;p4"/>
          <p:cNvCxnSpPr/>
          <p:nvPr/>
        </p:nvCxnSpPr>
        <p:spPr>
          <a:xfrm>
            <a:off x="7429500" y="2861846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5" name="Google Shape;455;p4"/>
          <p:cNvCxnSpPr/>
          <p:nvPr/>
        </p:nvCxnSpPr>
        <p:spPr>
          <a:xfrm rot="10800000">
            <a:off x="7543800" y="2976146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6" name="Google Shape;456;p4"/>
          <p:cNvCxnSpPr/>
          <p:nvPr/>
        </p:nvCxnSpPr>
        <p:spPr>
          <a:xfrm flipH="1" rot="10800000">
            <a:off x="7505700" y="3014246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7" name="Google Shape;457;p4"/>
          <p:cNvCxnSpPr/>
          <p:nvPr/>
        </p:nvCxnSpPr>
        <p:spPr>
          <a:xfrm>
            <a:off x="7505700" y="3052346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8" name="Google Shape;458;p4"/>
          <p:cNvCxnSpPr/>
          <p:nvPr/>
        </p:nvCxnSpPr>
        <p:spPr>
          <a:xfrm flipH="1" rot="10800000">
            <a:off x="7505700" y="3090446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9" name="Google Shape;459;p4"/>
          <p:cNvCxnSpPr/>
          <p:nvPr/>
        </p:nvCxnSpPr>
        <p:spPr>
          <a:xfrm rot="10800000">
            <a:off x="7505700" y="3128546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0" name="Google Shape;460;p4"/>
          <p:cNvCxnSpPr/>
          <p:nvPr/>
        </p:nvCxnSpPr>
        <p:spPr>
          <a:xfrm rot="10800000">
            <a:off x="7581900" y="3162300"/>
            <a:ext cx="0" cy="228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1" name="Google Shape;461;p4"/>
          <p:cNvCxnSpPr/>
          <p:nvPr/>
        </p:nvCxnSpPr>
        <p:spPr>
          <a:xfrm rot="10800000">
            <a:off x="7543800" y="2861846"/>
            <a:ext cx="0" cy="114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2" name="Google Shape;462;p4"/>
          <p:cNvSpPr txBox="1"/>
          <p:nvPr/>
        </p:nvSpPr>
        <p:spPr>
          <a:xfrm>
            <a:off x="7206935" y="2518946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3.3V</a:t>
            </a:r>
            <a:endParaRPr/>
          </a:p>
        </p:txBody>
      </p:sp>
      <p:sp>
        <p:nvSpPr>
          <p:cNvPr id="463" name="Google Shape;463;p4"/>
          <p:cNvSpPr txBox="1"/>
          <p:nvPr/>
        </p:nvSpPr>
        <p:spPr>
          <a:xfrm>
            <a:off x="6362700" y="5105400"/>
            <a:ext cx="6335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  <p:cxnSp>
        <p:nvCxnSpPr>
          <p:cNvPr id="464" name="Google Shape;464;p4"/>
          <p:cNvCxnSpPr/>
          <p:nvPr/>
        </p:nvCxnSpPr>
        <p:spPr>
          <a:xfrm rot="10800000">
            <a:off x="8343900" y="3390900"/>
            <a:ext cx="4953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5" name="Google Shape;465;p4"/>
          <p:cNvCxnSpPr/>
          <p:nvPr/>
        </p:nvCxnSpPr>
        <p:spPr>
          <a:xfrm>
            <a:off x="8724900" y="36576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6" name="Google Shape;466;p4"/>
          <p:cNvCxnSpPr/>
          <p:nvPr/>
        </p:nvCxnSpPr>
        <p:spPr>
          <a:xfrm>
            <a:off x="8763000" y="3695700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7" name="Google Shape;467;p4"/>
          <p:cNvCxnSpPr/>
          <p:nvPr/>
        </p:nvCxnSpPr>
        <p:spPr>
          <a:xfrm rot="10800000">
            <a:off x="8801100" y="3733800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4"/>
          <p:cNvCxnSpPr/>
          <p:nvPr/>
        </p:nvCxnSpPr>
        <p:spPr>
          <a:xfrm rot="10800000">
            <a:off x="8839200" y="3390900"/>
            <a:ext cx="0" cy="266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4"/>
          <p:cNvCxnSpPr/>
          <p:nvPr/>
        </p:nvCxnSpPr>
        <p:spPr>
          <a:xfrm rot="10800000">
            <a:off x="7010400" y="3390900"/>
            <a:ext cx="10287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p4"/>
          <p:cNvSpPr txBox="1"/>
          <p:nvPr/>
        </p:nvSpPr>
        <p:spPr>
          <a:xfrm>
            <a:off x="7581900" y="2861846"/>
            <a:ext cx="4010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1k</a:t>
            </a:r>
            <a:endParaRPr/>
          </a:p>
        </p:txBody>
      </p:sp>
      <p:cxnSp>
        <p:nvCxnSpPr>
          <p:cNvPr id="471" name="Google Shape;471;p4"/>
          <p:cNvCxnSpPr/>
          <p:nvPr/>
        </p:nvCxnSpPr>
        <p:spPr>
          <a:xfrm rot="10800000">
            <a:off x="7962900" y="33147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2" name="Google Shape;472;p4"/>
          <p:cNvSpPr/>
          <p:nvPr/>
        </p:nvSpPr>
        <p:spPr>
          <a:xfrm>
            <a:off x="8115300" y="3238500"/>
            <a:ext cx="152400" cy="762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"/>
          <p:cNvSpPr/>
          <p:nvPr/>
        </p:nvSpPr>
        <p:spPr>
          <a:xfrm>
            <a:off x="8839200" y="1828800"/>
            <a:ext cx="2286000" cy="990600"/>
          </a:xfrm>
          <a:prstGeom prst="roundRect">
            <a:avLst>
              <a:gd fmla="val 16667" name="adj"/>
            </a:avLst>
          </a:prstGeom>
          <a:solidFill>
            <a:srgbClr val="B1C5D7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 Display</a:t>
            </a:r>
            <a:endParaRPr/>
          </a:p>
        </p:txBody>
      </p:sp>
      <p:sp>
        <p:nvSpPr>
          <p:cNvPr id="474" name="Google Shape;474;p4"/>
          <p:cNvSpPr txBox="1"/>
          <p:nvPr/>
        </p:nvSpPr>
        <p:spPr>
          <a:xfrm>
            <a:off x="8839200" y="1947446"/>
            <a:ext cx="4748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</a:t>
            </a:r>
            <a:endParaRPr/>
          </a:p>
        </p:txBody>
      </p:sp>
      <p:sp>
        <p:nvSpPr>
          <p:cNvPr id="475" name="Google Shape;475;p4"/>
          <p:cNvSpPr txBox="1"/>
          <p:nvPr/>
        </p:nvSpPr>
        <p:spPr>
          <a:xfrm>
            <a:off x="8839200" y="2362200"/>
            <a:ext cx="6335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  <p:cxnSp>
        <p:nvCxnSpPr>
          <p:cNvPr id="476" name="Google Shape;476;p4"/>
          <p:cNvCxnSpPr/>
          <p:nvPr/>
        </p:nvCxnSpPr>
        <p:spPr>
          <a:xfrm>
            <a:off x="10553700" y="29718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7" name="Google Shape;477;p4"/>
          <p:cNvCxnSpPr/>
          <p:nvPr/>
        </p:nvCxnSpPr>
        <p:spPr>
          <a:xfrm>
            <a:off x="10591800" y="3009900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8" name="Google Shape;478;p4"/>
          <p:cNvCxnSpPr/>
          <p:nvPr/>
        </p:nvCxnSpPr>
        <p:spPr>
          <a:xfrm rot="10800000">
            <a:off x="10629900" y="3009900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9" name="Google Shape;479;p4"/>
          <p:cNvCxnSpPr/>
          <p:nvPr/>
        </p:nvCxnSpPr>
        <p:spPr>
          <a:xfrm rot="10800000">
            <a:off x="10668000" y="2819400"/>
            <a:ext cx="0" cy="152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0" name="Google Shape;480;p4"/>
          <p:cNvSpPr txBox="1"/>
          <p:nvPr/>
        </p:nvSpPr>
        <p:spPr>
          <a:xfrm>
            <a:off x="10401300" y="2549723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GND</a:t>
            </a:r>
            <a:endParaRPr/>
          </a:p>
        </p:txBody>
      </p:sp>
      <p:sp>
        <p:nvSpPr>
          <p:cNvPr id="481" name="Google Shape;481;p4"/>
          <p:cNvSpPr txBox="1"/>
          <p:nvPr/>
        </p:nvSpPr>
        <p:spPr>
          <a:xfrm>
            <a:off x="10395026" y="1828800"/>
            <a:ext cx="5645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VCC</a:t>
            </a:r>
            <a:endParaRPr/>
          </a:p>
        </p:txBody>
      </p:sp>
      <p:cxnSp>
        <p:nvCxnSpPr>
          <p:cNvPr id="482" name="Google Shape;482;p4"/>
          <p:cNvCxnSpPr/>
          <p:nvPr/>
        </p:nvCxnSpPr>
        <p:spPr>
          <a:xfrm>
            <a:off x="10553700" y="16764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3" name="Google Shape;483;p4"/>
          <p:cNvCxnSpPr/>
          <p:nvPr/>
        </p:nvCxnSpPr>
        <p:spPr>
          <a:xfrm rot="10800000">
            <a:off x="10668000" y="1676400"/>
            <a:ext cx="0" cy="152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4"/>
          <p:cNvSpPr txBox="1"/>
          <p:nvPr/>
        </p:nvSpPr>
        <p:spPr>
          <a:xfrm>
            <a:off x="10363200" y="1337846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3.3V</a:t>
            </a:r>
            <a:endParaRPr/>
          </a:p>
        </p:txBody>
      </p:sp>
      <p:cxnSp>
        <p:nvCxnSpPr>
          <p:cNvPr id="485" name="Google Shape;485;p4"/>
          <p:cNvCxnSpPr/>
          <p:nvPr/>
        </p:nvCxnSpPr>
        <p:spPr>
          <a:xfrm rot="10800000">
            <a:off x="7010400" y="2133600"/>
            <a:ext cx="1828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6" name="Google Shape;486;p4"/>
          <p:cNvSpPr/>
          <p:nvPr/>
        </p:nvSpPr>
        <p:spPr>
          <a:xfrm rot="5400000">
            <a:off x="7734300" y="4610100"/>
            <a:ext cx="457200" cy="381000"/>
          </a:xfrm>
          <a:prstGeom prst="triangle">
            <a:avLst>
              <a:gd fmla="val 50000" name="adj"/>
            </a:avLst>
          </a:prstGeom>
          <a:solidFill>
            <a:srgbClr val="00B05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4"/>
          <p:cNvCxnSpPr/>
          <p:nvPr/>
        </p:nvCxnSpPr>
        <p:spPr>
          <a:xfrm>
            <a:off x="8153400" y="45720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8" name="Google Shape;488;p4"/>
          <p:cNvCxnSpPr/>
          <p:nvPr/>
        </p:nvCxnSpPr>
        <p:spPr>
          <a:xfrm rot="10800000">
            <a:off x="7010400" y="4800600"/>
            <a:ext cx="762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9" name="Google Shape;489;p4"/>
          <p:cNvCxnSpPr/>
          <p:nvPr/>
        </p:nvCxnSpPr>
        <p:spPr>
          <a:xfrm rot="10800000">
            <a:off x="8153400" y="4800600"/>
            <a:ext cx="762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0" name="Google Shape;490;p4"/>
          <p:cNvCxnSpPr/>
          <p:nvPr/>
        </p:nvCxnSpPr>
        <p:spPr>
          <a:xfrm flipH="1" rot="10800000">
            <a:off x="7924800" y="4419600"/>
            <a:ext cx="76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1" name="Google Shape;491;p4"/>
          <p:cNvCxnSpPr/>
          <p:nvPr/>
        </p:nvCxnSpPr>
        <p:spPr>
          <a:xfrm flipH="1" rot="10800000">
            <a:off x="8001000" y="4495800"/>
            <a:ext cx="76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2" name="Google Shape;492;p4"/>
          <p:cNvCxnSpPr/>
          <p:nvPr/>
        </p:nvCxnSpPr>
        <p:spPr>
          <a:xfrm>
            <a:off x="8801100" y="56007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3" name="Google Shape;493;p4"/>
          <p:cNvCxnSpPr/>
          <p:nvPr/>
        </p:nvCxnSpPr>
        <p:spPr>
          <a:xfrm>
            <a:off x="8839200" y="5638800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p4"/>
          <p:cNvCxnSpPr/>
          <p:nvPr/>
        </p:nvCxnSpPr>
        <p:spPr>
          <a:xfrm rot="10800000">
            <a:off x="8877300" y="5676900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5" name="Google Shape;495;p4"/>
          <p:cNvCxnSpPr/>
          <p:nvPr/>
        </p:nvCxnSpPr>
        <p:spPr>
          <a:xfrm rot="10800000">
            <a:off x="8915400" y="4800600"/>
            <a:ext cx="0" cy="800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6" name="Google Shape;496;p4"/>
          <p:cNvSpPr/>
          <p:nvPr/>
        </p:nvSpPr>
        <p:spPr>
          <a:xfrm rot="5400000">
            <a:off x="7277100" y="5067300"/>
            <a:ext cx="457200" cy="3810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4"/>
          <p:cNvCxnSpPr/>
          <p:nvPr/>
        </p:nvCxnSpPr>
        <p:spPr>
          <a:xfrm>
            <a:off x="7696200" y="50292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p4"/>
          <p:cNvCxnSpPr/>
          <p:nvPr/>
        </p:nvCxnSpPr>
        <p:spPr>
          <a:xfrm rot="10800000">
            <a:off x="7010400" y="5257800"/>
            <a:ext cx="304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9" name="Google Shape;499;p4"/>
          <p:cNvCxnSpPr/>
          <p:nvPr/>
        </p:nvCxnSpPr>
        <p:spPr>
          <a:xfrm rot="10800000">
            <a:off x="7696200" y="5257800"/>
            <a:ext cx="762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0" name="Google Shape;500;p4"/>
          <p:cNvCxnSpPr/>
          <p:nvPr/>
        </p:nvCxnSpPr>
        <p:spPr>
          <a:xfrm flipH="1" rot="10800000">
            <a:off x="7467600" y="4876800"/>
            <a:ext cx="76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1" name="Google Shape;501;p4"/>
          <p:cNvCxnSpPr/>
          <p:nvPr/>
        </p:nvCxnSpPr>
        <p:spPr>
          <a:xfrm flipH="1" rot="10800000">
            <a:off x="7543800" y="4953000"/>
            <a:ext cx="76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2" name="Google Shape;502;p4"/>
          <p:cNvCxnSpPr/>
          <p:nvPr/>
        </p:nvCxnSpPr>
        <p:spPr>
          <a:xfrm>
            <a:off x="8343900" y="56007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" name="Google Shape;503;p4"/>
          <p:cNvCxnSpPr/>
          <p:nvPr/>
        </p:nvCxnSpPr>
        <p:spPr>
          <a:xfrm>
            <a:off x="8382000" y="5638800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" name="Google Shape;504;p4"/>
          <p:cNvCxnSpPr/>
          <p:nvPr/>
        </p:nvCxnSpPr>
        <p:spPr>
          <a:xfrm rot="10800000">
            <a:off x="8420100" y="5676900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5" name="Google Shape;505;p4"/>
          <p:cNvCxnSpPr/>
          <p:nvPr/>
        </p:nvCxnSpPr>
        <p:spPr>
          <a:xfrm rot="10800000">
            <a:off x="8458200" y="5257800"/>
            <a:ext cx="0" cy="342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6" name="Google Shape;506;p4"/>
          <p:cNvSpPr txBox="1"/>
          <p:nvPr/>
        </p:nvSpPr>
        <p:spPr>
          <a:xfrm>
            <a:off x="6362700" y="4648200"/>
            <a:ext cx="6335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  <p:sp>
        <p:nvSpPr>
          <p:cNvPr id="507" name="Google Shape;507;p4"/>
          <p:cNvSpPr txBox="1"/>
          <p:nvPr/>
        </p:nvSpPr>
        <p:spPr>
          <a:xfrm>
            <a:off x="6362700" y="3238500"/>
            <a:ext cx="6335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  <p:cxnSp>
        <p:nvCxnSpPr>
          <p:cNvPr id="508" name="Google Shape;508;p4"/>
          <p:cNvCxnSpPr/>
          <p:nvPr/>
        </p:nvCxnSpPr>
        <p:spPr>
          <a:xfrm>
            <a:off x="1409700" y="46863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9" name="Google Shape;509;p4"/>
          <p:cNvCxnSpPr/>
          <p:nvPr/>
        </p:nvCxnSpPr>
        <p:spPr>
          <a:xfrm rot="10800000">
            <a:off x="1524000" y="4800600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0" name="Google Shape;510;p4"/>
          <p:cNvCxnSpPr/>
          <p:nvPr/>
        </p:nvCxnSpPr>
        <p:spPr>
          <a:xfrm flipH="1" rot="10800000">
            <a:off x="1485900" y="48387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1" name="Google Shape;511;p4"/>
          <p:cNvCxnSpPr/>
          <p:nvPr/>
        </p:nvCxnSpPr>
        <p:spPr>
          <a:xfrm>
            <a:off x="1485900" y="48768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2" name="Google Shape;512;p4"/>
          <p:cNvCxnSpPr/>
          <p:nvPr/>
        </p:nvCxnSpPr>
        <p:spPr>
          <a:xfrm flipH="1" rot="10800000">
            <a:off x="1485900" y="49149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3" name="Google Shape;513;p4"/>
          <p:cNvCxnSpPr/>
          <p:nvPr/>
        </p:nvCxnSpPr>
        <p:spPr>
          <a:xfrm rot="10800000">
            <a:off x="1485900" y="4953000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4" name="Google Shape;514;p4"/>
          <p:cNvCxnSpPr/>
          <p:nvPr/>
        </p:nvCxnSpPr>
        <p:spPr>
          <a:xfrm rot="10800000">
            <a:off x="1524000" y="4686300"/>
            <a:ext cx="0" cy="114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5" name="Google Shape;515;p4"/>
          <p:cNvSpPr txBox="1"/>
          <p:nvPr/>
        </p:nvSpPr>
        <p:spPr>
          <a:xfrm>
            <a:off x="1257300" y="4381500"/>
            <a:ext cx="5533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1.8V</a:t>
            </a:r>
            <a:endParaRPr/>
          </a:p>
        </p:txBody>
      </p:sp>
      <p:cxnSp>
        <p:nvCxnSpPr>
          <p:cNvPr id="516" name="Google Shape;516;p4"/>
          <p:cNvCxnSpPr/>
          <p:nvPr/>
        </p:nvCxnSpPr>
        <p:spPr>
          <a:xfrm>
            <a:off x="1447800" y="5443954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7" name="Google Shape;517;p4"/>
          <p:cNvCxnSpPr/>
          <p:nvPr/>
        </p:nvCxnSpPr>
        <p:spPr>
          <a:xfrm>
            <a:off x="1485900" y="5482054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8" name="Google Shape;518;p4"/>
          <p:cNvCxnSpPr/>
          <p:nvPr/>
        </p:nvCxnSpPr>
        <p:spPr>
          <a:xfrm rot="10800000">
            <a:off x="1524000" y="5520154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19" name="Google Shape;519;p4"/>
          <p:cNvCxnSpPr/>
          <p:nvPr/>
        </p:nvCxnSpPr>
        <p:spPr>
          <a:xfrm rot="10800000">
            <a:off x="1562100" y="5143500"/>
            <a:ext cx="0" cy="300454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0" name="Google Shape;520;p4"/>
          <p:cNvSpPr txBox="1"/>
          <p:nvPr/>
        </p:nvSpPr>
        <p:spPr>
          <a:xfrm>
            <a:off x="1676400" y="4419600"/>
            <a:ext cx="14622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Potentiometer</a:t>
            </a:r>
            <a:endParaRPr/>
          </a:p>
        </p:txBody>
      </p:sp>
      <p:cxnSp>
        <p:nvCxnSpPr>
          <p:cNvPr id="521" name="Google Shape;521;p4"/>
          <p:cNvCxnSpPr/>
          <p:nvPr/>
        </p:nvCxnSpPr>
        <p:spPr>
          <a:xfrm rot="10800000">
            <a:off x="1524000" y="4953000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2" name="Google Shape;522;p4"/>
          <p:cNvCxnSpPr/>
          <p:nvPr/>
        </p:nvCxnSpPr>
        <p:spPr>
          <a:xfrm flipH="1" rot="10800000">
            <a:off x="1485900" y="49911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3" name="Google Shape;523;p4"/>
          <p:cNvCxnSpPr/>
          <p:nvPr/>
        </p:nvCxnSpPr>
        <p:spPr>
          <a:xfrm>
            <a:off x="1485900" y="50292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4" name="Google Shape;524;p4"/>
          <p:cNvCxnSpPr/>
          <p:nvPr/>
        </p:nvCxnSpPr>
        <p:spPr>
          <a:xfrm flipH="1" rot="10800000">
            <a:off x="1485900" y="50673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5" name="Google Shape;525;p4"/>
          <p:cNvCxnSpPr/>
          <p:nvPr/>
        </p:nvCxnSpPr>
        <p:spPr>
          <a:xfrm rot="10800000">
            <a:off x="1485900" y="5105400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6" name="Google Shape;526;p4"/>
          <p:cNvCxnSpPr/>
          <p:nvPr/>
        </p:nvCxnSpPr>
        <p:spPr>
          <a:xfrm flipH="1">
            <a:off x="1638300" y="49149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7" name="Google Shape;527;p4"/>
          <p:cNvCxnSpPr/>
          <p:nvPr/>
        </p:nvCxnSpPr>
        <p:spPr>
          <a:xfrm rot="10800000">
            <a:off x="1638300" y="4953000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8" name="Google Shape;528;p4"/>
          <p:cNvSpPr txBox="1"/>
          <p:nvPr/>
        </p:nvSpPr>
        <p:spPr>
          <a:xfrm>
            <a:off x="723900" y="5143500"/>
            <a:ext cx="7040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AGND</a:t>
            </a:r>
            <a:endParaRPr/>
          </a:p>
        </p:txBody>
      </p:sp>
      <p:cxnSp>
        <p:nvCxnSpPr>
          <p:cNvPr id="529" name="Google Shape;529;p4"/>
          <p:cNvCxnSpPr/>
          <p:nvPr/>
        </p:nvCxnSpPr>
        <p:spPr>
          <a:xfrm rot="10800000">
            <a:off x="1676400" y="4953000"/>
            <a:ext cx="3505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4"/>
          <p:cNvCxnSpPr/>
          <p:nvPr/>
        </p:nvCxnSpPr>
        <p:spPr>
          <a:xfrm rot="10800000">
            <a:off x="7010400" y="2514600"/>
            <a:ext cx="18288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1" name="Google Shape;531;p4"/>
          <p:cNvSpPr txBox="1"/>
          <p:nvPr/>
        </p:nvSpPr>
        <p:spPr>
          <a:xfrm>
            <a:off x="7581900" y="1866900"/>
            <a:ext cx="4748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</a:t>
            </a:r>
            <a:endParaRPr/>
          </a:p>
        </p:txBody>
      </p:sp>
      <p:sp>
        <p:nvSpPr>
          <p:cNvPr id="532" name="Google Shape;532;p4"/>
          <p:cNvSpPr txBox="1"/>
          <p:nvPr/>
        </p:nvSpPr>
        <p:spPr>
          <a:xfrm>
            <a:off x="7505700" y="2247900"/>
            <a:ext cx="6335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  <p:sp>
        <p:nvSpPr>
          <p:cNvPr id="533" name="Google Shape;533;p4"/>
          <p:cNvSpPr txBox="1"/>
          <p:nvPr/>
        </p:nvSpPr>
        <p:spPr>
          <a:xfrm>
            <a:off x="5181600" y="4800600"/>
            <a:ext cx="4844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AIN</a:t>
            </a:r>
            <a:endParaRPr/>
          </a:p>
        </p:txBody>
      </p:sp>
      <p:sp>
        <p:nvSpPr>
          <p:cNvPr id="534" name="Google Shape;534;p4"/>
          <p:cNvSpPr txBox="1"/>
          <p:nvPr/>
        </p:nvSpPr>
        <p:spPr>
          <a:xfrm>
            <a:off x="5181600" y="2095500"/>
            <a:ext cx="554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USB</a:t>
            </a:r>
            <a:endParaRPr/>
          </a:p>
        </p:txBody>
      </p:sp>
      <p:sp>
        <p:nvSpPr>
          <p:cNvPr id="535" name="Google Shape;535;p4"/>
          <p:cNvSpPr txBox="1"/>
          <p:nvPr/>
        </p:nvSpPr>
        <p:spPr>
          <a:xfrm>
            <a:off x="6515100" y="1981200"/>
            <a:ext cx="4748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</a:t>
            </a:r>
            <a:endParaRPr/>
          </a:p>
        </p:txBody>
      </p:sp>
      <p:sp>
        <p:nvSpPr>
          <p:cNvPr id="536" name="Google Shape;536;p4"/>
          <p:cNvSpPr txBox="1"/>
          <p:nvPr/>
        </p:nvSpPr>
        <p:spPr>
          <a:xfrm>
            <a:off x="6400800" y="2362200"/>
            <a:ext cx="6335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  <p:cxnSp>
        <p:nvCxnSpPr>
          <p:cNvPr id="537" name="Google Shape;537;p4"/>
          <p:cNvCxnSpPr/>
          <p:nvPr/>
        </p:nvCxnSpPr>
        <p:spPr>
          <a:xfrm>
            <a:off x="9791700" y="3357146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8" name="Google Shape;538;p4"/>
          <p:cNvCxnSpPr/>
          <p:nvPr/>
        </p:nvCxnSpPr>
        <p:spPr>
          <a:xfrm rot="10800000">
            <a:off x="9906000" y="3471446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9" name="Google Shape;539;p4"/>
          <p:cNvCxnSpPr/>
          <p:nvPr/>
        </p:nvCxnSpPr>
        <p:spPr>
          <a:xfrm flipH="1" rot="10800000">
            <a:off x="9867900" y="3509546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0" name="Google Shape;540;p4"/>
          <p:cNvCxnSpPr/>
          <p:nvPr/>
        </p:nvCxnSpPr>
        <p:spPr>
          <a:xfrm>
            <a:off x="9867900" y="3547646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1" name="Google Shape;541;p4"/>
          <p:cNvCxnSpPr/>
          <p:nvPr/>
        </p:nvCxnSpPr>
        <p:spPr>
          <a:xfrm flipH="1" rot="10800000">
            <a:off x="9867900" y="3585746"/>
            <a:ext cx="1143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2" name="Google Shape;542;p4"/>
          <p:cNvCxnSpPr/>
          <p:nvPr/>
        </p:nvCxnSpPr>
        <p:spPr>
          <a:xfrm rot="10800000">
            <a:off x="9867900" y="3623846"/>
            <a:ext cx="76200" cy="38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3" name="Google Shape;543;p4"/>
          <p:cNvCxnSpPr/>
          <p:nvPr/>
        </p:nvCxnSpPr>
        <p:spPr>
          <a:xfrm rot="10800000">
            <a:off x="9944100" y="3657600"/>
            <a:ext cx="0" cy="228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4" name="Google Shape;544;p4"/>
          <p:cNvCxnSpPr/>
          <p:nvPr/>
        </p:nvCxnSpPr>
        <p:spPr>
          <a:xfrm rot="10800000">
            <a:off x="9906000" y="3357146"/>
            <a:ext cx="0" cy="114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5" name="Google Shape;545;p4"/>
          <p:cNvSpPr txBox="1"/>
          <p:nvPr/>
        </p:nvSpPr>
        <p:spPr>
          <a:xfrm>
            <a:off x="9569135" y="3052346"/>
            <a:ext cx="6062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3.3V</a:t>
            </a:r>
            <a:endParaRPr/>
          </a:p>
        </p:txBody>
      </p:sp>
      <p:cxnSp>
        <p:nvCxnSpPr>
          <p:cNvPr id="546" name="Google Shape;546;p4"/>
          <p:cNvCxnSpPr/>
          <p:nvPr/>
        </p:nvCxnSpPr>
        <p:spPr>
          <a:xfrm rot="10800000">
            <a:off x="10706100" y="3886200"/>
            <a:ext cx="4953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7" name="Google Shape;547;p4"/>
          <p:cNvCxnSpPr/>
          <p:nvPr/>
        </p:nvCxnSpPr>
        <p:spPr>
          <a:xfrm>
            <a:off x="11087100" y="41529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8" name="Google Shape;548;p4"/>
          <p:cNvCxnSpPr/>
          <p:nvPr/>
        </p:nvCxnSpPr>
        <p:spPr>
          <a:xfrm>
            <a:off x="11125200" y="4191000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4"/>
          <p:cNvCxnSpPr/>
          <p:nvPr/>
        </p:nvCxnSpPr>
        <p:spPr>
          <a:xfrm rot="10800000">
            <a:off x="11163300" y="4229100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4"/>
          <p:cNvCxnSpPr/>
          <p:nvPr/>
        </p:nvCxnSpPr>
        <p:spPr>
          <a:xfrm rot="10800000">
            <a:off x="11201400" y="3886200"/>
            <a:ext cx="0" cy="266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1" name="Google Shape;551;p4"/>
          <p:cNvCxnSpPr/>
          <p:nvPr/>
        </p:nvCxnSpPr>
        <p:spPr>
          <a:xfrm rot="10800000">
            <a:off x="7010400" y="3886200"/>
            <a:ext cx="33909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2" name="Google Shape;552;p4"/>
          <p:cNvSpPr txBox="1"/>
          <p:nvPr/>
        </p:nvSpPr>
        <p:spPr>
          <a:xfrm>
            <a:off x="9944100" y="3357146"/>
            <a:ext cx="4010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1k</a:t>
            </a:r>
            <a:endParaRPr/>
          </a:p>
        </p:txBody>
      </p:sp>
      <p:cxnSp>
        <p:nvCxnSpPr>
          <p:cNvPr id="553" name="Google Shape;553;p4"/>
          <p:cNvCxnSpPr/>
          <p:nvPr/>
        </p:nvCxnSpPr>
        <p:spPr>
          <a:xfrm rot="10800000">
            <a:off x="10325100" y="38100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4" name="Google Shape;554;p4"/>
          <p:cNvSpPr/>
          <p:nvPr/>
        </p:nvSpPr>
        <p:spPr>
          <a:xfrm>
            <a:off x="10477500" y="3733800"/>
            <a:ext cx="152400" cy="762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"/>
          <p:cNvSpPr txBox="1"/>
          <p:nvPr/>
        </p:nvSpPr>
        <p:spPr>
          <a:xfrm>
            <a:off x="6362700" y="3695700"/>
            <a:ext cx="6335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  <p:sp>
        <p:nvSpPr>
          <p:cNvPr id="556" name="Google Shape;556;p4"/>
          <p:cNvSpPr/>
          <p:nvPr/>
        </p:nvSpPr>
        <p:spPr>
          <a:xfrm rot="5400000">
            <a:off x="8191500" y="4114800"/>
            <a:ext cx="457200" cy="381000"/>
          </a:xfrm>
          <a:prstGeom prst="triangle">
            <a:avLst>
              <a:gd fmla="val 50000" name="adj"/>
            </a:avLst>
          </a:prstGeom>
          <a:solidFill>
            <a:srgbClr val="00B0F0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4"/>
          <p:cNvCxnSpPr/>
          <p:nvPr/>
        </p:nvCxnSpPr>
        <p:spPr>
          <a:xfrm>
            <a:off x="8610600" y="40767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8" name="Google Shape;558;p4"/>
          <p:cNvCxnSpPr/>
          <p:nvPr/>
        </p:nvCxnSpPr>
        <p:spPr>
          <a:xfrm rot="10800000">
            <a:off x="7010400" y="4305300"/>
            <a:ext cx="1219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9" name="Google Shape;559;p4"/>
          <p:cNvCxnSpPr/>
          <p:nvPr/>
        </p:nvCxnSpPr>
        <p:spPr>
          <a:xfrm rot="10800000">
            <a:off x="8610600" y="4305300"/>
            <a:ext cx="762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0" name="Google Shape;560;p4"/>
          <p:cNvCxnSpPr/>
          <p:nvPr/>
        </p:nvCxnSpPr>
        <p:spPr>
          <a:xfrm flipH="1" rot="10800000">
            <a:off x="8382000" y="3924300"/>
            <a:ext cx="76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1" name="Google Shape;561;p4"/>
          <p:cNvCxnSpPr/>
          <p:nvPr/>
        </p:nvCxnSpPr>
        <p:spPr>
          <a:xfrm flipH="1" rot="10800000">
            <a:off x="8458200" y="4000500"/>
            <a:ext cx="76200" cy="76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2" name="Google Shape;562;p4"/>
          <p:cNvCxnSpPr/>
          <p:nvPr/>
        </p:nvCxnSpPr>
        <p:spPr>
          <a:xfrm>
            <a:off x="9258300" y="4648200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3" name="Google Shape;563;p4"/>
          <p:cNvCxnSpPr/>
          <p:nvPr/>
        </p:nvCxnSpPr>
        <p:spPr>
          <a:xfrm>
            <a:off x="9296400" y="4686300"/>
            <a:ext cx="15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4" name="Google Shape;564;p4"/>
          <p:cNvCxnSpPr/>
          <p:nvPr/>
        </p:nvCxnSpPr>
        <p:spPr>
          <a:xfrm rot="10800000">
            <a:off x="9334500" y="4724400"/>
            <a:ext cx="7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5" name="Google Shape;565;p4"/>
          <p:cNvCxnSpPr/>
          <p:nvPr/>
        </p:nvCxnSpPr>
        <p:spPr>
          <a:xfrm rot="10800000">
            <a:off x="9372600" y="4305300"/>
            <a:ext cx="0" cy="3429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6" name="Google Shape;566;p4"/>
          <p:cNvSpPr txBox="1"/>
          <p:nvPr/>
        </p:nvSpPr>
        <p:spPr>
          <a:xfrm>
            <a:off x="6362700" y="4152900"/>
            <a:ext cx="6335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Mechanical Drawing</a:t>
            </a:r>
            <a:endParaRPr/>
          </a:p>
        </p:txBody>
      </p:sp>
      <p:sp>
        <p:nvSpPr>
          <p:cNvPr id="572" name="Google Shape;572;p5"/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endParaRPr/>
          </a:p>
        </p:txBody>
      </p:sp>
      <p:sp>
        <p:nvSpPr>
          <p:cNvPr id="573" name="Google Shape;573;p5"/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</a:t>
            </a:r>
            <a:endParaRPr/>
          </a:p>
        </p:txBody>
      </p:sp>
      <p:sp>
        <p:nvSpPr>
          <p:cNvPr id="574" name="Google Shape;574;p5"/>
          <p:cNvSpPr/>
          <p:nvPr/>
        </p:nvSpPr>
        <p:spPr>
          <a:xfrm>
            <a:off x="1524000" y="1600200"/>
            <a:ext cx="4572000" cy="3048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Google Shape;575;p5"/>
          <p:cNvCxnSpPr/>
          <p:nvPr/>
        </p:nvCxnSpPr>
        <p:spPr>
          <a:xfrm>
            <a:off x="1524000" y="1371600"/>
            <a:ext cx="1828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576" name="Google Shape;576;p5"/>
          <p:cNvCxnSpPr/>
          <p:nvPr/>
        </p:nvCxnSpPr>
        <p:spPr>
          <a:xfrm>
            <a:off x="4267200" y="1371600"/>
            <a:ext cx="1828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77" name="Google Shape;577;p5"/>
          <p:cNvCxnSpPr/>
          <p:nvPr/>
        </p:nvCxnSpPr>
        <p:spPr>
          <a:xfrm>
            <a:off x="6096000" y="1295400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8" name="Google Shape;578;p5"/>
          <p:cNvCxnSpPr/>
          <p:nvPr/>
        </p:nvCxnSpPr>
        <p:spPr>
          <a:xfrm>
            <a:off x="1524000" y="1295400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9" name="Google Shape;579;p5"/>
          <p:cNvSpPr txBox="1"/>
          <p:nvPr/>
        </p:nvSpPr>
        <p:spPr>
          <a:xfrm>
            <a:off x="3657600" y="1219200"/>
            <a:ext cx="3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5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cxnSp>
        <p:nvCxnSpPr>
          <p:cNvPr id="580" name="Google Shape;580;p5"/>
          <p:cNvCxnSpPr/>
          <p:nvPr/>
        </p:nvCxnSpPr>
        <p:spPr>
          <a:xfrm>
            <a:off x="6324600" y="1600200"/>
            <a:ext cx="0" cy="12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581" name="Google Shape;581;p5"/>
          <p:cNvCxnSpPr/>
          <p:nvPr/>
        </p:nvCxnSpPr>
        <p:spPr>
          <a:xfrm>
            <a:off x="6248400" y="1600200"/>
            <a:ext cx="15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5"/>
          <p:cNvCxnSpPr/>
          <p:nvPr/>
        </p:nvCxnSpPr>
        <p:spPr>
          <a:xfrm rot="10800000">
            <a:off x="6324600" y="3352800"/>
            <a:ext cx="0" cy="12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583" name="Google Shape;583;p5"/>
          <p:cNvSpPr txBox="1"/>
          <p:nvPr/>
        </p:nvSpPr>
        <p:spPr>
          <a:xfrm>
            <a:off x="6172200" y="2971800"/>
            <a:ext cx="3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4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584" name="Google Shape;584;p5"/>
          <p:cNvSpPr/>
          <p:nvPr/>
        </p:nvSpPr>
        <p:spPr>
          <a:xfrm>
            <a:off x="2565425" y="3657600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Button</a:t>
            </a:r>
            <a:endParaRPr/>
          </a:p>
        </p:txBody>
      </p:sp>
      <p:cxnSp>
        <p:nvCxnSpPr>
          <p:cNvPr id="585" name="Google Shape;585;p5"/>
          <p:cNvCxnSpPr/>
          <p:nvPr/>
        </p:nvCxnSpPr>
        <p:spPr>
          <a:xfrm>
            <a:off x="1524000" y="4876800"/>
            <a:ext cx="762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586" name="Google Shape;586;p5"/>
          <p:cNvCxnSpPr/>
          <p:nvPr/>
        </p:nvCxnSpPr>
        <p:spPr>
          <a:xfrm>
            <a:off x="3124200" y="4876800"/>
            <a:ext cx="685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5"/>
          <p:cNvCxnSpPr/>
          <p:nvPr/>
        </p:nvCxnSpPr>
        <p:spPr>
          <a:xfrm>
            <a:off x="3810000" y="4800600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8" name="Google Shape;588;p5"/>
          <p:cNvCxnSpPr/>
          <p:nvPr/>
        </p:nvCxnSpPr>
        <p:spPr>
          <a:xfrm>
            <a:off x="1524000" y="4800600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9" name="Google Shape;589;p5"/>
          <p:cNvSpPr txBox="1"/>
          <p:nvPr/>
        </p:nvSpPr>
        <p:spPr>
          <a:xfrm>
            <a:off x="2438400" y="4724400"/>
            <a:ext cx="5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1.5”</a:t>
            </a:r>
            <a:endParaRPr/>
          </a:p>
        </p:txBody>
      </p:sp>
      <p:sp>
        <p:nvSpPr>
          <p:cNvPr id="590" name="Google Shape;590;p5"/>
          <p:cNvSpPr/>
          <p:nvPr/>
        </p:nvSpPr>
        <p:spPr>
          <a:xfrm>
            <a:off x="5410200" y="1981200"/>
            <a:ext cx="304800" cy="15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</a:rPr>
              <a:t>R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"/>
          <p:cNvSpPr/>
          <p:nvPr/>
        </p:nvSpPr>
        <p:spPr>
          <a:xfrm>
            <a:off x="5410200" y="2667000"/>
            <a:ext cx="304800" cy="15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</a:rPr>
              <a:t>G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"/>
          <p:cNvSpPr/>
          <p:nvPr/>
        </p:nvSpPr>
        <p:spPr>
          <a:xfrm>
            <a:off x="1752600" y="1828800"/>
            <a:ext cx="3194100" cy="16002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SPI </a:t>
            </a: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 Screen</a:t>
            </a:r>
            <a:endParaRPr/>
          </a:p>
        </p:txBody>
      </p:sp>
      <p:sp>
        <p:nvSpPr>
          <p:cNvPr id="593" name="Google Shape;593;p5"/>
          <p:cNvSpPr/>
          <p:nvPr/>
        </p:nvSpPr>
        <p:spPr>
          <a:xfrm>
            <a:off x="1676400" y="3950700"/>
            <a:ext cx="609600" cy="609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Pot</a:t>
            </a:r>
            <a:endParaRPr/>
          </a:p>
        </p:txBody>
      </p:sp>
      <p:sp>
        <p:nvSpPr>
          <p:cNvPr id="594" name="Google Shape;594;p5"/>
          <p:cNvSpPr txBox="1"/>
          <p:nvPr/>
        </p:nvSpPr>
        <p:spPr>
          <a:xfrm>
            <a:off x="5257800" y="1600200"/>
            <a:ext cx="58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.25”</a:t>
            </a:r>
            <a:endParaRPr/>
          </a:p>
        </p:txBody>
      </p:sp>
      <p:cxnSp>
        <p:nvCxnSpPr>
          <p:cNvPr id="595" name="Google Shape;595;p5"/>
          <p:cNvCxnSpPr/>
          <p:nvPr/>
        </p:nvCxnSpPr>
        <p:spPr>
          <a:xfrm>
            <a:off x="6248400" y="4648200"/>
            <a:ext cx="15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6" name="Google Shape;596;p5"/>
          <p:cNvCxnSpPr/>
          <p:nvPr/>
        </p:nvCxnSpPr>
        <p:spPr>
          <a:xfrm>
            <a:off x="5181600" y="2743200"/>
            <a:ext cx="15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7" name="Google Shape;597;p5"/>
          <p:cNvCxnSpPr/>
          <p:nvPr/>
        </p:nvCxnSpPr>
        <p:spPr>
          <a:xfrm>
            <a:off x="5178370" y="2743200"/>
            <a:ext cx="15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8" name="Google Shape;598;p5"/>
          <p:cNvCxnSpPr/>
          <p:nvPr/>
        </p:nvCxnSpPr>
        <p:spPr>
          <a:xfrm>
            <a:off x="5181600" y="2743200"/>
            <a:ext cx="15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9" name="Google Shape;599;p5"/>
          <p:cNvCxnSpPr/>
          <p:nvPr/>
        </p:nvCxnSpPr>
        <p:spPr>
          <a:xfrm>
            <a:off x="5257800" y="2057400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600" name="Google Shape;600;p5"/>
          <p:cNvCxnSpPr/>
          <p:nvPr/>
        </p:nvCxnSpPr>
        <p:spPr>
          <a:xfrm>
            <a:off x="5184830" y="2057400"/>
            <a:ext cx="15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1" name="Google Shape;601;p5"/>
          <p:cNvCxnSpPr/>
          <p:nvPr/>
        </p:nvCxnSpPr>
        <p:spPr>
          <a:xfrm rot="10800000">
            <a:off x="5257800" y="2590800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602" name="Google Shape;602;p5"/>
          <p:cNvSpPr txBox="1"/>
          <p:nvPr/>
        </p:nvSpPr>
        <p:spPr>
          <a:xfrm>
            <a:off x="5029200" y="2209800"/>
            <a:ext cx="45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.5”</a:t>
            </a:r>
            <a:endParaRPr/>
          </a:p>
        </p:txBody>
      </p:sp>
      <p:cxnSp>
        <p:nvCxnSpPr>
          <p:cNvPr id="603" name="Google Shape;603;p5"/>
          <p:cNvCxnSpPr/>
          <p:nvPr/>
        </p:nvCxnSpPr>
        <p:spPr>
          <a:xfrm>
            <a:off x="5181600" y="2057400"/>
            <a:ext cx="15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4" name="Google Shape;604;p5"/>
          <p:cNvCxnSpPr/>
          <p:nvPr/>
        </p:nvCxnSpPr>
        <p:spPr>
          <a:xfrm>
            <a:off x="5184830" y="2057400"/>
            <a:ext cx="15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5" name="Google Shape;605;p5"/>
          <p:cNvCxnSpPr/>
          <p:nvPr/>
        </p:nvCxnSpPr>
        <p:spPr>
          <a:xfrm>
            <a:off x="5257800" y="1600200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606" name="Google Shape;606;p5"/>
          <p:cNvCxnSpPr/>
          <p:nvPr/>
        </p:nvCxnSpPr>
        <p:spPr>
          <a:xfrm rot="10800000">
            <a:off x="5261030" y="1905000"/>
            <a:ext cx="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607" name="Google Shape;607;p5"/>
          <p:cNvSpPr/>
          <p:nvPr/>
        </p:nvSpPr>
        <p:spPr>
          <a:xfrm>
            <a:off x="7010400" y="1600200"/>
            <a:ext cx="4572000" cy="3048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"/>
          <p:cNvSpPr/>
          <p:nvPr/>
        </p:nvSpPr>
        <p:spPr>
          <a:xfrm>
            <a:off x="8077200" y="2057400"/>
            <a:ext cx="3352800" cy="19050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Pocket Beagle</a:t>
            </a:r>
            <a:endParaRPr/>
          </a:p>
        </p:txBody>
      </p:sp>
      <p:sp>
        <p:nvSpPr>
          <p:cNvPr id="609" name="Google Shape;609;p5"/>
          <p:cNvSpPr txBox="1"/>
          <p:nvPr/>
        </p:nvSpPr>
        <p:spPr>
          <a:xfrm rot="-5400000">
            <a:off x="10904101" y="2811955"/>
            <a:ext cx="65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USB</a:t>
            </a:r>
            <a:endParaRPr/>
          </a:p>
        </p:txBody>
      </p:sp>
      <p:sp>
        <p:nvSpPr>
          <p:cNvPr id="610" name="Google Shape;610;p5"/>
          <p:cNvSpPr/>
          <p:nvPr/>
        </p:nvSpPr>
        <p:spPr>
          <a:xfrm>
            <a:off x="4032150" y="3657600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Button</a:t>
            </a:r>
            <a:endParaRPr/>
          </a:p>
        </p:txBody>
      </p:sp>
      <p:sp>
        <p:nvSpPr>
          <p:cNvPr id="611" name="Google Shape;611;p5"/>
          <p:cNvSpPr/>
          <p:nvPr/>
        </p:nvSpPr>
        <p:spPr>
          <a:xfrm>
            <a:off x="5330775" y="3950700"/>
            <a:ext cx="609600" cy="6096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Pot</a:t>
            </a:r>
            <a:endParaRPr/>
          </a:p>
        </p:txBody>
      </p:sp>
      <p:sp>
        <p:nvSpPr>
          <p:cNvPr id="612" name="Google Shape;612;p5"/>
          <p:cNvSpPr/>
          <p:nvPr/>
        </p:nvSpPr>
        <p:spPr>
          <a:xfrm>
            <a:off x="5407050" y="3308850"/>
            <a:ext cx="304800" cy="152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56C8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</a:rPr>
              <a:t>B</a:t>
            </a:r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Custom 3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2018-01-09T20:24:50Z</dcterms:created>
  <dc:creator>Erik Welsh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